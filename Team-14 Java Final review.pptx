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4" r:id="rId6"/>
    <p:sldId id="278" r:id="rId7"/>
    <p:sldId id="280" r:id="rId8"/>
    <p:sldId id="285" r:id="rId9"/>
    <p:sldId id="293" r:id="rId10"/>
    <p:sldId id="271" r:id="rId11"/>
    <p:sldId id="281" r:id="rId12"/>
    <p:sldId id="287" r:id="rId13"/>
    <p:sldId id="289" r:id="rId14"/>
    <p:sldId id="288" r:id="rId15"/>
    <p:sldId id="294" r:id="rId16"/>
    <p:sldId id="295" r:id="rId17"/>
    <p:sldId id="296" r:id="rId18"/>
    <p:sldId id="290" r:id="rId19"/>
    <p:sldId id="291" r:id="rId20"/>
    <p:sldId id="268" r:id="rId21"/>
    <p:sldId id="269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7A5-14C6-E585-8655-9D9D52E5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451EA-1440-E913-BE4A-B614B423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861F-0E31-A9FE-3DE3-C88AA9FD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D6E-6CD7-73E7-5843-F5D2AC9D0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1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70F2-0EF9-0550-A72E-404207C3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00AA8-577A-B5F3-39C0-0D9C6D252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2C486-2F3A-630C-86E2-8D8A883F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BFAA6-56A9-3BDB-EAC1-346BC26C2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00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3704-B182-0C1C-C3BF-CFA1EAE8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F3D60-A395-D82D-86E9-5A9894A2E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57F76-E65D-7057-FBD8-28027AC50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D3F6E-23F4-7061-6AA7-AE25DD016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32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E3C7-4CAC-83C5-06C3-42A79AAC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8F73F-5430-C4C7-24B7-978CB7B2C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D4E0F-8063-6714-0B2B-C4C7BFB3B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0EE7-BED2-805A-A166-2B514D3FD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3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65D4-DEED-8F77-7875-441F7EC6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0EE74-7167-873A-95DE-2209D38A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B17A6-C5DF-DF2F-3449-59AE0E1E5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B2E7-A9E4-7C60-5E8B-7C360EA4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8334-1E7C-9B5D-22F4-8A0874D2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A05E5-57D3-9020-E1E8-13EECF18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E5D61-29D8-36CA-3B49-ED30EB6DC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6CBA9-998B-04E1-4DEE-A9C504897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98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228F-58ED-A8A9-83F6-417BF9E8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092AC-450B-ED20-CC0E-863B8D3FB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D67FF-E9BF-B02A-BB9A-F8D92EE15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B14A-9DA2-06A7-BD4E-CC42A4DF4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734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A23A-13DE-1128-D166-34EAFAC4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2E31D-F8A4-4753-965F-3BC517F65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F7746-0922-B579-C954-9D24E66BB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0B665-61A5-C2B9-3CC8-4D8922328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82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A134-851C-1085-CE7D-02343E8A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BC27D-159F-86BD-C408-6A577B2A3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138AD-D8AC-5696-3FA5-3262136C9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709F0-A6AE-B4E3-0FBA-9095114D0A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29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CC7F-BC81-8826-93F0-1400D2A0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7D04D-BB20-F967-9204-90E87CC4F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50822-F9D8-50F8-75D6-0530017CF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B54E5-D147-CFE4-E380-B47009927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02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hyperlink" Target="https://www.geeksforgeeks.org/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docs.orac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hyperlink" Target="https://www.w3schools.com/java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37427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300" dirty="0"/>
              <a:t>Smart Desktop Task Scheduler &amp; Productivity Analyzer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US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2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2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Samith</a:t>
            </a:r>
            <a:r>
              <a:rPr lang="en-US" sz="22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(24B11AI478)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sz="22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Kethan </a:t>
            </a:r>
            <a:r>
              <a:rPr lang="en-US" sz="22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US" sz="22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(24B11AI106)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sz="22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2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Jagadeeswar</a:t>
            </a:r>
            <a:r>
              <a:rPr lang="en-US" sz="22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(24B11AI433)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US" sz="22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Manohar (24B11AI089)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US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and Machine Learning</a:t>
            </a:r>
            <a:endParaRPr lang="en-US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0408" y="1191211"/>
            <a:ext cx="3770980" cy="5495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A1BAE2-9CB3-C7FC-6B0A-A15EED02B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80" y="1185265"/>
            <a:ext cx="8759781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 Desktop Task Scheduler is a Core Java-based desktop application.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helps users manage daily tasks and analyze productivity efficiently.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task creation, updating, deletion, and organization features.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uses priority-based scheduling to handle important tasks first.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Multithreading is used for real-time time tracking without affecting performance.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Productivity reports are generated using file handling (TXT/CSV).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works offline and does not require databases or internet.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55F2363-B1D0-9106-3391-361560EE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251" y="1255869"/>
            <a:ext cx="8462249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management is essential for improving efficiency and productivity.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notebooks and basic tools are limited.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lack automation, scheduling, and productivity tracking features.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smart desktop solution using Core Java.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manage tasks based on priority and deadlines.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tracks time and analyzes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a simple, user-friendly graphical interface. 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17781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322610"/>
            <a:ext cx="8534400" cy="509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algn="just">
              <a:spcBef>
                <a:spcPts val="1200"/>
              </a:spcBef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add new tasks with details such as task ID, name, priority, deadline, and status.</a:t>
            </a: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functionality to update existing tasks whenever required.</a:t>
            </a: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delete tasks with proper confirmation to avoid accidental data loss.</a:t>
            </a: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searching tasks using task name or priority for quick access.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34255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987471" y="1053128"/>
            <a:ext cx="8305800" cy="5871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10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Keyboard, Mouse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Device: Monitor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Java (JDK 8 or above)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VS Code / Eclipse / IntelliJ IDEA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Java Swing, AWT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C03A-992A-CEAD-5FB8-6865278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EA7C8F04-95CA-C1E0-BFA2-4BFACD89E6B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989C992-155F-6A68-0B08-3B39FFBAA6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031E1F9-FB82-922E-C796-97077F94E7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EAA2CC3-9696-811E-B5BE-5C18481777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65D09F8-C17C-F03E-88B8-4942A39F209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5154CDE-FB1D-92DB-77E9-9CDAB77B8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E89CD20-90CB-480C-A4EB-EC7405BED44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DD3B24-C6E3-C570-0D11-D85BD4A44819}"/>
              </a:ext>
            </a:extLst>
          </p:cNvPr>
          <p:cNvSpPr txBox="1"/>
          <p:nvPr/>
        </p:nvSpPr>
        <p:spPr>
          <a:xfrm>
            <a:off x="929844" y="1449777"/>
            <a:ext cx="8534400" cy="4709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file-based storage system instead of a database to store task information efficiently.</a:t>
            </a: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two main entities: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Report</a:t>
            </a: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helps in reducing complexity and improving data handling.</a:t>
            </a: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productivity report is linked with multiple tasks for analysis.</a:t>
            </a: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data consistency using structured file storage.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82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F869-60E9-7283-1E5C-031B97BB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22CCC8F-8AC9-DA04-7DF6-792709DB8A6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D3CC7CDE-C0AA-8C40-F47A-6BB38775C7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51A7B03-12DB-BDB0-A823-3B5CC5C3EA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4C3D95F-A98E-C662-A8CA-7C22609274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1ECD6EB-B411-BAC9-D612-83CAADD7C06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5340093-ADC0-C519-A46D-D43188C5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EC0178A3-A864-AC29-8239-3EE3EEC824D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CC2DB0-515C-5729-13F5-411810B0A1D6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EB3E5-F5F4-BFDA-2030-B081D8DD8B72}"/>
              </a:ext>
            </a:extLst>
          </p:cNvPr>
          <p:cNvSpPr txBox="1"/>
          <p:nvPr/>
        </p:nvSpPr>
        <p:spPr>
          <a:xfrm>
            <a:off x="533400" y="2005523"/>
            <a:ext cx="83669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File Structure: </a:t>
            </a:r>
            <a:r>
              <a:rPr lang="en-US" dirty="0"/>
              <a:t>Stores tasks details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6B0F5-0FDB-2059-BAAA-EC98BE885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41851"/>
              </p:ext>
            </p:extLst>
          </p:nvPr>
        </p:nvGraphicFramePr>
        <p:xfrm>
          <a:off x="1447800" y="2879663"/>
          <a:ext cx="7917742" cy="415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142">
                  <a:extLst>
                    <a:ext uri="{9D8B030D-6E8A-4147-A177-3AD203B41FA5}">
                      <a16:colId xmlns:a16="http://schemas.microsoft.com/office/drawing/2014/main" val="2843935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3596506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5083371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1942475"/>
                    </a:ext>
                  </a:extLst>
                </a:gridCol>
              </a:tblGrid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 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740825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task_id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Task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349371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task_name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Task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05091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Priority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615743"/>
                  </a:ext>
                </a:extLst>
              </a:tr>
              <a:tr h="57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deadline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Date of Deadline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003038"/>
                  </a:ext>
                </a:extLst>
              </a:tr>
              <a:tr h="698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Status of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72867"/>
                  </a:ext>
                </a:extLst>
              </a:tr>
              <a:tr h="578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time_spent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time spent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633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69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A9B54-14B4-C288-0FBA-7A90F5FCB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3C1124E9-2FFC-A24F-DBB0-5589768E076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0270EF7-6069-31FD-06BC-771A2387ACF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E2FC683A-C77C-C247-A97A-FF3C944FC51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FE3376C4-7F62-B9B6-1E6E-94F8EDC9436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BE486109-D10A-E17D-0CA3-A0B6BB69EBB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7A14CC8-3012-0723-AC19-8AD321EBC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ED066F64-1829-C120-B1E5-EEF098EAB81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A604F8-1495-94B9-01F4-E5D0A01E3B64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F0A70-31B4-5D5E-CCD3-354D77783B52}"/>
              </a:ext>
            </a:extLst>
          </p:cNvPr>
          <p:cNvSpPr txBox="1"/>
          <p:nvPr/>
        </p:nvSpPr>
        <p:spPr>
          <a:xfrm>
            <a:off x="533400" y="2089198"/>
            <a:ext cx="83669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Report Structure </a:t>
            </a:r>
            <a:r>
              <a:rPr lang="en-IN" dirty="0"/>
              <a:t>: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CFF21A-0B29-415B-2D92-BAB50B860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83401"/>
              </p:ext>
            </p:extLst>
          </p:nvPr>
        </p:nvGraphicFramePr>
        <p:xfrm>
          <a:off x="2645806" y="2667000"/>
          <a:ext cx="7107796" cy="3992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949">
                  <a:extLst>
                    <a:ext uri="{9D8B030D-6E8A-4147-A177-3AD203B41FA5}">
                      <a16:colId xmlns:a16="http://schemas.microsoft.com/office/drawing/2014/main" val="2843935576"/>
                    </a:ext>
                  </a:extLst>
                </a:gridCol>
                <a:gridCol w="1776949">
                  <a:extLst>
                    <a:ext uri="{9D8B030D-6E8A-4147-A177-3AD203B41FA5}">
                      <a16:colId xmlns:a16="http://schemas.microsoft.com/office/drawing/2014/main" val="435965065"/>
                    </a:ext>
                  </a:extLst>
                </a:gridCol>
                <a:gridCol w="1776949">
                  <a:extLst>
                    <a:ext uri="{9D8B030D-6E8A-4147-A177-3AD203B41FA5}">
                      <a16:colId xmlns:a16="http://schemas.microsoft.com/office/drawing/2014/main" val="508337157"/>
                    </a:ext>
                  </a:extLst>
                </a:gridCol>
                <a:gridCol w="1776949">
                  <a:extLst>
                    <a:ext uri="{9D8B030D-6E8A-4147-A177-3AD203B41FA5}">
                      <a16:colId xmlns:a16="http://schemas.microsoft.com/office/drawing/2014/main" val="1121942475"/>
                    </a:ext>
                  </a:extLst>
                </a:gridCol>
              </a:tblGrid>
              <a:tr h="541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740825"/>
                  </a:ext>
                </a:extLst>
              </a:tr>
              <a:tr h="541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report_id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49371"/>
                  </a:ext>
                </a:extLst>
              </a:tr>
              <a:tr h="541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Total_tasks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805091"/>
                  </a:ext>
                </a:extLst>
              </a:tr>
              <a:tr h="533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Completed_tasks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615743"/>
                  </a:ext>
                </a:extLst>
              </a:tr>
              <a:tr h="533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total_time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003038"/>
                  </a:ext>
                </a:extLst>
              </a:tr>
              <a:tr h="653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productivity_score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72867"/>
                  </a:ext>
                </a:extLst>
              </a:tr>
              <a:tr h="541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Report_date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63333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B15D6D-A50A-A97F-C0CC-98B6A342F902}"/>
              </a:ext>
            </a:extLst>
          </p:cNvPr>
          <p:cNvSpPr txBox="1"/>
          <p:nvPr/>
        </p:nvSpPr>
        <p:spPr>
          <a:xfrm>
            <a:off x="750980" y="6808113"/>
            <a:ext cx="32944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 One-to-Many</a:t>
            </a:r>
          </a:p>
        </p:txBody>
      </p:sp>
    </p:spTree>
    <p:extLst>
      <p:ext uri="{BB962C8B-B14F-4D97-AF65-F5344CB8AC3E}">
        <p14:creationId xmlns:p14="http://schemas.microsoft.com/office/powerpoint/2010/main" val="218209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98EF3-6CC5-CB2B-B3DF-1F2230442C23}"/>
              </a:ext>
            </a:extLst>
          </p:cNvPr>
          <p:cNvSpPr txBox="1"/>
          <p:nvPr/>
        </p:nvSpPr>
        <p:spPr>
          <a:xfrm>
            <a:off x="909321" y="1616869"/>
            <a:ext cx="830580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Management Module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 Handles creation, updating, deletion, and viewing of tasks.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Module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 Organizes tasks using priority-based scheduling.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Tracking Module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 Tracks time spent using multithreading.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 Allows quick retrieval of tasks.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Module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 Stores and retrieves data using files.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 Generates productivity reports.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7A6E-C969-4FC6-1638-B02DC985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18CD80CE-9A20-C3F9-675C-6A5559C46A59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4EE6F78B-EB8B-E507-510F-5E3E95B98B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0BFA710-1140-7847-52D3-8D6778096E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9D1D7BE-6FAB-E379-94E6-040D6A76585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191A9B2-D3E3-35FE-4108-715E3C7C4C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0A15CDC-61F7-A7B4-E469-6B0C11999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C71D08-C2F1-0E7E-1D5D-669DEF4FBD1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09BF8-939E-6C76-4342-E04259FF568B}"/>
              </a:ext>
            </a:extLst>
          </p:cNvPr>
          <p:cNvSpPr txBox="1"/>
          <p:nvPr/>
        </p:nvSpPr>
        <p:spPr>
          <a:xfrm>
            <a:off x="990600" y="1316313"/>
            <a:ext cx="8686800" cy="1331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 window: 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200" b="1" u="none" strike="noStrike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window allows users to enter credentials to access the Smart Task Scheduler system.</a:t>
            </a:r>
            <a:endParaRPr lang="en-IN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4CE3DB-FE73-6B02-DCB8-C76751C8A3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70" y="2819400"/>
            <a:ext cx="7268059" cy="409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69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882AF-3F85-D02B-B167-92BB06FA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1F8D081-5351-6A34-F61D-4BFC9E697C5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B86A6D7-44C7-3F2E-0E87-B0BE38F5E6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0CAD93E-47B3-5F1C-50C3-CCFC6FA0C3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61A56A4-0FD7-4B40-8D6B-4C66C95E7C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A7F524B-FE9E-1FF8-1621-5EDB9B2A9EB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CFAF95C4-DE06-BB07-8BE1-1C14ACA3A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11877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3AD385-1BD8-C19B-6526-BBB862770E8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E39BD-B38D-F038-C3C2-37F3F226C77D}"/>
              </a:ext>
            </a:extLst>
          </p:cNvPr>
          <p:cNvSpPr txBox="1"/>
          <p:nvPr/>
        </p:nvSpPr>
        <p:spPr>
          <a:xfrm>
            <a:off x="872251" y="1292667"/>
            <a:ext cx="876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Window:</a:t>
            </a:r>
            <a:endParaRPr lang="en-IN" sz="1800" dirty="0"/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window provides options to perform operations such as adding, updating, deleting, searching, and viewing tasks.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73C9D6-B4AA-1B9A-9B4E-A5DFD6C2B3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725937"/>
            <a:ext cx="8153400" cy="460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83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61D0-099F-C774-0062-C8956AD1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C44C1A33-7C14-0DEB-3965-284AF49FCF96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5AD8913-F996-8CEC-7934-417EC50677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4C01121-5342-6ED4-E848-5F0A26A4F2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76C04D3-36A1-A3D8-4753-54D754D0682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EDA527A-944E-DD9F-9390-C3FE8A62152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1E0144C-CD6A-71E3-CB87-9E558AD5F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50118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63F76BCB-14FA-BBEA-1CDB-64C0E4637DB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08911D-DB8D-864A-A56A-021103D1465A}"/>
              </a:ext>
            </a:extLst>
          </p:cNvPr>
          <p:cNvSpPr txBox="1"/>
          <p:nvPr/>
        </p:nvSpPr>
        <p:spPr>
          <a:xfrm>
            <a:off x="914399" y="1299162"/>
            <a:ext cx="876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Task Window: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window allows users to enter and save new task details such as task name, priority, and deadline.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CC6DDE-B0BC-4EFF-9D8F-3715ADC4D8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76" y="2667000"/>
            <a:ext cx="7461648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3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AADD-4D19-CE1A-A0AE-6EEF3536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7B9191B-FE96-8A59-9690-2C061E758CB3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D78732-F9B9-1FDA-D8E5-B64B174271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F82D761-8FA6-96D2-9CDC-DFD4213896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78599C3-BD7C-742E-28E2-F7E1A4CB43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F6FA399-08A4-A0BD-F528-C5D21B7052B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8F364F5D-D793-1E9D-BAE2-D5AEB2FAA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3FA4B9F1-F58E-6088-7BFB-C923676C0FF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DFF7E8-2D7E-EE44-718C-EFE70C9A2E40}"/>
              </a:ext>
            </a:extLst>
          </p:cNvPr>
          <p:cNvSpPr txBox="1"/>
          <p:nvPr/>
        </p:nvSpPr>
        <p:spPr>
          <a:xfrm>
            <a:off x="990600" y="1449777"/>
            <a:ext cx="876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Task Window: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window enables the user to modify and update existing task details.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14C433-4FBA-A161-546D-A28D981F29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895600"/>
            <a:ext cx="6729005" cy="319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49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1AAF4-8241-EB5B-7AC6-C16731FD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8FFEFC3-5F00-B0E8-4CD3-A20D1042060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441F86F-4339-2EF5-CAD1-B088E34CEE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1DEF1A0-2754-43C8-0F34-28833E01AC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2627EB99-67DA-F59A-59CB-6CDF437030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178C838-EE8D-4426-FF8F-F01D1DD7D21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CCB7804-D98A-F510-A3B1-85EAB2B23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F19B4D5-E7FD-BEF0-374C-5B63E0A33B0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73F843-EF81-C84B-1DDA-30C68615B3DA}"/>
              </a:ext>
            </a:extLst>
          </p:cNvPr>
          <p:cNvSpPr txBox="1"/>
          <p:nvPr/>
        </p:nvSpPr>
        <p:spPr>
          <a:xfrm>
            <a:off x="872251" y="1249160"/>
            <a:ext cx="8763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Task Window: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searching tasks by name, priority, or deadline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access to task information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F33DB-82F9-47C1-EA77-AECA1EE08E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3044974"/>
            <a:ext cx="5921929" cy="38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6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C293-F41A-B4EC-0D49-2E974084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B6DF504C-04E2-6FB6-40D6-8456F576676C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6256DCA8-E3EB-BF1E-DA77-EF4988A5D2D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6FF26BF-85E1-2323-E83B-7BC0CCA66A3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B495DD0-CFC3-8526-06FF-F85472FCB46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1D0546F-94B3-7FD2-74A4-55FC5A07B6A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9EC7814-B124-A22C-0DC2-54E15B436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9847BD7-8FBA-B9D3-6183-F90D076B433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C4E86F-00D4-1686-BBBA-FB92F76F2385}"/>
              </a:ext>
            </a:extLst>
          </p:cNvPr>
          <p:cNvSpPr txBox="1"/>
          <p:nvPr/>
        </p:nvSpPr>
        <p:spPr>
          <a:xfrm>
            <a:off x="1066800" y="1287448"/>
            <a:ext cx="8763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&amp; Delete Task Window: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tasks in structured format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safe deletion with confirmation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clean task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75D60-09C7-EB66-5D54-9C581518E1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056832"/>
            <a:ext cx="5975959" cy="21314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CB07CC-6BDF-C99B-2C5B-93D6035E37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853" y="5511122"/>
            <a:ext cx="5958106" cy="190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79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35291-60A9-84BC-0B2F-F51F7C3D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C87F4E8C-24AD-5A3E-C61D-DE5584165C72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81BE6913-B7D3-8461-CD09-518EA212ECA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F25CA49-B706-960D-6B3F-339E7CB154A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F965D5C-F934-9E3A-B0EE-AC6E033551B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3AB6BA3-DBF0-13AC-D802-F307259E820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94F8B2D3-6DAD-FFE7-2921-148FA3E57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8A0D5179-1F28-D34F-5A1B-7058EFB8FBE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FB2DE0-4372-AB07-EEC3-5B6058557692}"/>
              </a:ext>
            </a:extLst>
          </p:cNvPr>
          <p:cNvSpPr txBox="1"/>
          <p:nvPr/>
        </p:nvSpPr>
        <p:spPr>
          <a:xfrm>
            <a:off x="1066800" y="1262396"/>
            <a:ext cx="8763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Report Window: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completed, pending, and overdue tasks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productivity score and time usage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improve efficiency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55748-4740-EF58-CC69-650175B08D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973050"/>
            <a:ext cx="786684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87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B15-FBBA-88E4-439B-3760D86B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93131E-D2BB-EC5C-2A95-924FDF20D02E}"/>
              </a:ext>
            </a:extLst>
          </p:cNvPr>
          <p:cNvSpPr txBox="1"/>
          <p:nvPr/>
        </p:nvSpPr>
        <p:spPr>
          <a:xfrm>
            <a:off x="872251" y="1390002"/>
            <a:ext cx="869723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Desktop Task Scheduler can be further enhanced by adding advanced features to improve functionality and usability. Some possible future enhancements include: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 Adding secure login and user management features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 Adding charts and graphs for productivity analysis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 Using MySQL or MongoDB for better data handling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 Converting the system into a web or mobile application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AA4C980-B3A7-207C-41C1-E5E20AC1774F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CE0C84F-6254-D24F-D561-30DE987BE3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909B96B-5C39-8043-CA2D-5B828EFA75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5015D36-BC2F-3B81-753E-F473E84B78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2E63626-00F9-C9BD-F925-C51513AE50E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D4D54D4E-EE1A-E311-1FB3-DF54075DF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49027" y="438046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987431-337A-DB3D-5560-70B732DBED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89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2E41-7E6E-9AB7-4311-D58503E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376381-AD7A-228D-6305-1256490B7F5E}"/>
              </a:ext>
            </a:extLst>
          </p:cNvPr>
          <p:cNvSpPr txBox="1"/>
          <p:nvPr/>
        </p:nvSpPr>
        <p:spPr>
          <a:xfrm>
            <a:off x="990600" y="1502586"/>
            <a:ext cx="8534400" cy="489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references were used during the development of the Smart Task Scheduler:</a:t>
            </a:r>
          </a:p>
          <a:p>
            <a:pPr algn="l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Java Documentation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https://docs.oracle.com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– Herbert Schildt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https://www.geeksforgeeks.org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Java Tutorial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https://www.w3schools.com/java/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32D71BC4-812B-11BE-6A6C-1CA5A91B779D}"/>
              </a:ext>
            </a:extLst>
          </p:cNvPr>
          <p:cNvGrpSpPr/>
          <p:nvPr/>
        </p:nvGrpSpPr>
        <p:grpSpPr>
          <a:xfrm>
            <a:off x="2477248" y="147165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897A887-118D-142E-FC3E-D6BE5C1E979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69A73B6-BAAC-6763-2263-E88C0E65C7C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B12E086F-BA20-7EBA-DFAA-D7884D2F86C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CD22B9F6-01CA-54BB-97B5-0180CEF24C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459A9DA-9776-0281-AD94-A452E725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015" y="429568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6E0266AA-A7A6-E24C-77B4-437EA276627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20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877470" y="1476558"/>
            <a:ext cx="8915400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Desktop Task Scheduler was successfully developed as a desktop application.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traditional task management with an efficient digital solution.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functionalities like adding, updating, deleting, and searching tasks.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better time management, productivity tracking, and task prioritization.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like Java, Swing, and file handling enabled reliable performance.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productivity and reduces manual effort.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2608</TotalTime>
  <Words>970</Words>
  <Application>Microsoft Office PowerPoint</Application>
  <PresentationFormat>Custom</PresentationFormat>
  <Paragraphs>204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Palatino Linotype</vt:lpstr>
      <vt:lpstr>Times New Roman</vt:lpstr>
      <vt:lpstr>Office Theme</vt:lpstr>
      <vt:lpstr>Java Programming Cornerstone Project Final Review</vt:lpstr>
      <vt:lpstr>PowerPoint Presentation</vt:lpstr>
      <vt:lpstr>ABSTRACT</vt:lpstr>
      <vt:lpstr>PowerPoint Presentation</vt:lpstr>
      <vt:lpstr>PowerPoint Presentation</vt:lpstr>
      <vt:lpstr>PowerPoint Presentation</vt:lpstr>
      <vt:lpstr>Database Design</vt:lpstr>
      <vt:lpstr>Database Design</vt:lpstr>
      <vt:lpstr>Database Design</vt:lpstr>
      <vt:lpstr>SYSTEM DESIGN</vt:lpstr>
      <vt:lpstr>System Implementation</vt:lpstr>
      <vt:lpstr>System Implementation</vt:lpstr>
      <vt:lpstr>System Implementation</vt:lpstr>
      <vt:lpstr>System Implementation</vt:lpstr>
      <vt:lpstr>System Implementation</vt:lpstr>
      <vt:lpstr>System Implementation</vt:lpstr>
      <vt:lpstr>System Implementation</vt:lpstr>
      <vt:lpstr>Future Enhancements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NITTA SAMITH</cp:lastModifiedBy>
  <cp:revision>55</cp:revision>
  <cp:lastPrinted>2025-10-14T18:21:49Z</cp:lastPrinted>
  <dcterms:created xsi:type="dcterms:W3CDTF">2025-10-10T08:28:06Z</dcterms:created>
  <dcterms:modified xsi:type="dcterms:W3CDTF">2026-04-05T14:50:03Z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